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1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4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C753-9310-E712-DE73-FEE191E3E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97F99-3764-505F-4D27-2D14E010D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4203E-2D61-D3AD-6204-FEEBFAFA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795-EC33-4905-803B-7E0039FB1F7F}" type="datetimeFigureOut">
              <a:rPr lang="en-US" smtClean="0"/>
              <a:t>16-Jun-25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7A9CD-8D1D-A394-04D6-9BB034C4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A1949-CA10-8F00-85B7-C12778C0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FB37-7209-4054-9BC4-49502A59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9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47AE-3BF1-A199-8040-2B2A47974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1CE5-6B70-07E7-4357-B737D07CD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DF769-698A-8CD8-FB0E-8C8BEADC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795-EC33-4905-803B-7E0039FB1F7F}" type="datetimeFigureOut">
              <a:rPr lang="en-US" smtClean="0"/>
              <a:t>16-Jun-25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83766-ACD0-9D6A-9C08-F64BBB40F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ABB5F-5D3A-D417-7F6D-5155FB093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FB37-7209-4054-9BC4-49502A59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20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90B4-DBA9-2F33-E0C9-705EE306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C3B8-3BE3-F16C-569B-7531A2917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70B83-F0F2-37FE-7AF8-25376794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795-EC33-4905-803B-7E0039FB1F7F}" type="datetimeFigureOut">
              <a:rPr lang="en-US" smtClean="0"/>
              <a:t>16-Jun-25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60EC6-522F-6545-8D48-2A34F4215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2E890-82E3-2B52-4CBE-40D87FE7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FB37-7209-4054-9BC4-49502A59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7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DFAF-F602-48F1-4BE8-D0B56ADE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096A4-9316-E61C-B8AE-DA11E1BB8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24B77-23EE-FA1D-BAE2-6CE90D6A0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0106C-1998-4CE8-17DC-22C425FF7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795-EC33-4905-803B-7E0039FB1F7F}" type="datetimeFigureOut">
              <a:rPr lang="en-US" smtClean="0"/>
              <a:t>16-Jun-25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BA092-5FAC-CF99-4209-23BCCAF9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C536B-B536-0509-99D7-32EBC6C5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FB37-7209-4054-9BC4-49502A59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2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4E21-3328-0903-0290-E4B8BDBF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BA3AC-6B71-194E-1D8C-332867C82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45965-8855-0097-6BC1-4D72FF7A8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C273F-33D5-6DB7-E23C-16C4EFA4F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89C0F-D01F-5ED0-001A-A9BE783C9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DD78B-CAA9-5E96-82E3-015A0056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795-EC33-4905-803B-7E0039FB1F7F}" type="datetimeFigureOut">
              <a:rPr lang="en-US" smtClean="0"/>
              <a:t>16-Jun-25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7BC901-F3B6-A662-6F2A-0FFBFA0FF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269908-A056-2548-6674-01C9B561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FB37-7209-4054-9BC4-49502A59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7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46A63-1262-7871-97D3-B7B48632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FCE221-B412-1580-F451-D0F5F568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795-EC33-4905-803B-7E0039FB1F7F}" type="datetimeFigureOut">
              <a:rPr lang="en-US" smtClean="0"/>
              <a:t>16-Jun-25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98F81-B97D-A049-F2C3-6CEAD77FD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63EAD-5987-CAA1-DCE2-168660F6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FB37-7209-4054-9BC4-49502A59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3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28D6C-0D51-43F1-2048-9FC232112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795-EC33-4905-803B-7E0039FB1F7F}" type="datetimeFigureOut">
              <a:rPr lang="en-US" smtClean="0"/>
              <a:t>16-Jun-25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30568-D8EF-45DA-FE5E-B932A512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D755E-C323-4252-3FC8-C666C5D4A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FB37-7209-4054-9BC4-49502A59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14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C2A9-F339-7A49-6566-B8DD0F12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EAE3D-844B-1758-CE80-DC216FD16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DEC46-E020-F68E-1408-85E6067B7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39AE-4203-D65C-0892-CD43AF04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795-EC33-4905-803B-7E0039FB1F7F}" type="datetimeFigureOut">
              <a:rPr lang="en-US" smtClean="0"/>
              <a:t>16-Jun-25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28D64-8A21-8FFB-84C7-92838D75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0B16A-27F4-AA00-7B90-F5827B33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FB37-7209-4054-9BC4-49502A59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96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D78B-D011-A2D5-0D5B-0E1A9E21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2FD931-841E-4148-6BD1-9D74B80C9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5EED0-742F-4F1E-777C-DBA93DA86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4B908-97AE-F6B6-8B5E-9300BFB3F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795-EC33-4905-803B-7E0039FB1F7F}" type="datetimeFigureOut">
              <a:rPr lang="en-US" smtClean="0"/>
              <a:t>16-Jun-25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2C85C-17BF-BEAA-C3A9-E3BC108F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A5883-F53C-A8E3-F4D3-59B26B9C9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FB37-7209-4054-9BC4-49502A59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94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736C4-CECF-725E-516F-348DDABF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8A83A-F047-F92D-FF7D-5721E2859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9F6FC-205F-70B3-7622-6978113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795-EC33-4905-803B-7E0039FB1F7F}" type="datetimeFigureOut">
              <a:rPr lang="en-US" smtClean="0"/>
              <a:t>16-Jun-25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AB188-6423-1E26-D03D-F13B38B90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A9EE1-02F7-C8F0-BFE0-2B5C80B6C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FB37-7209-4054-9BC4-49502A59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5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254DF1-EDA6-E6D5-249F-F71CEAEF4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484C4-C2F6-82F0-0D9C-F33765D38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6BBB6-8BAA-1B3F-DF22-03F061A4E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795-EC33-4905-803B-7E0039FB1F7F}" type="datetimeFigureOut">
              <a:rPr lang="en-US" smtClean="0"/>
              <a:t>16-Jun-25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03789-EE03-B45B-281D-68B6C71BB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179BF-9A84-2F36-207A-58AD26B3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FB37-7209-4054-9BC4-49502A59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99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9D1D47-75DF-78C7-CCFA-11932375C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88CB5-95D7-9B2B-C9F5-61FA0EC22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43736-785B-C27C-6412-772C83E32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DE795-EC33-4905-803B-7E0039FB1F7F}" type="datetimeFigureOut">
              <a:rPr lang="en-US" smtClean="0"/>
              <a:t>16-Jun-25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E3B21-8158-E34C-4416-46FA807C0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D35B3-1B48-2446-EC7A-F2B8C0D79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FFB37-7209-4054-9BC4-49502A59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S7n2_JzB4pQ" TargetMode="External"/><Relationship Id="rId3" Type="http://schemas.openxmlformats.org/officeDocument/2006/relationships/hyperlink" Target="https://www.youtube.com/playlist?list=PLqYhGsQ9iSEq0as7IrlzX1aytIyMrjCuM" TargetMode="External"/><Relationship Id="rId7" Type="http://schemas.openxmlformats.org/officeDocument/2006/relationships/hyperlink" Target="https://www.youtube.com/watch?v=v5jFqTN4G-0" TargetMode="External"/><Relationship Id="rId2" Type="http://schemas.openxmlformats.org/officeDocument/2006/relationships/hyperlink" Target="https://www.youtube.com/watch?v=v5jFqTN4G-0&amp;list=PLqYhGsQ9iSEqlkm7rKtIvO7RZVjifKm-v&amp;index=2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0vyUsx5nAJQ" TargetMode="External"/><Relationship Id="rId5" Type="http://schemas.openxmlformats.org/officeDocument/2006/relationships/hyperlink" Target="https://www.youtube.com/playlist?list=PLqYhGsQ9iSEqlkm7rKtIvO7RZVjifKm-v" TargetMode="External"/><Relationship Id="rId4" Type="http://schemas.openxmlformats.org/officeDocument/2006/relationships/hyperlink" Target="https://www.youtube.com/playlist?list=PLqYhGsQ9iSEowdzrnwh2fR16J0v_YblY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E2E8-C71F-96A2-F777-19229A6C80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DevDays</a:t>
            </a:r>
            <a:r>
              <a:rPr lang="en-US" dirty="0"/>
              <a:t> Europe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FFCC5-61FD-6147-1A64-03885F069D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DevDays</a:t>
            </a:r>
            <a:r>
              <a:rPr lang="en-US" dirty="0"/>
              <a:t> Europe </a:t>
            </a:r>
            <a:r>
              <a:rPr lang="en-US" dirty="0" err="1"/>
              <a:t>Europe</a:t>
            </a:r>
            <a:r>
              <a:rPr lang="en-US" dirty="0"/>
              <a:t> conferences, held from May 21 to 23, 2025, in Vilnius, Lithuania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4EE469-A3C1-633F-3CA6-A9FE771A8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1106308"/>
            <a:ext cx="6171445" cy="10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88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D0755-F279-4981-897A-A79DAE0A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AI-Augmented DevOps with Platform Engineering, by Romano Roth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853501-566E-254C-D2CE-9CE36F72A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7911" y="1825625"/>
            <a:ext cx="8336177" cy="4351338"/>
          </a:xfrm>
        </p:spPr>
      </p:pic>
    </p:spTree>
    <p:extLst>
      <p:ext uri="{BB962C8B-B14F-4D97-AF65-F5344CB8AC3E}">
        <p14:creationId xmlns:p14="http://schemas.microsoft.com/office/powerpoint/2010/main" val="72825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8D843-574B-AD48-CCD0-04D19C931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1166-46BA-E0B2-BBC9-036E0FC5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AI-Augmented DevOps with Platform Engineering, by Romano Roth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6BFB40-227A-A973-BA90-5C13FEA4EA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5356" y="1825625"/>
            <a:ext cx="7901288" cy="435133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1AE64B-51C5-9368-4ED5-1729ADFECBE4}"/>
              </a:ext>
            </a:extLst>
          </p:cNvPr>
          <p:cNvSpPr txBox="1"/>
          <p:nvPr/>
        </p:nvSpPr>
        <p:spPr>
          <a:xfrm>
            <a:off x="7894621" y="4590108"/>
            <a:ext cx="73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Quantum</a:t>
            </a:r>
          </a:p>
          <a:p>
            <a:r>
              <a:rPr lang="en-US" sz="900" dirty="0">
                <a:solidFill>
                  <a:schemeClr val="bg1"/>
                </a:solidFill>
              </a:rPr>
              <a:t>computing</a:t>
            </a:r>
          </a:p>
        </p:txBody>
      </p:sp>
    </p:spTree>
    <p:extLst>
      <p:ext uri="{BB962C8B-B14F-4D97-AF65-F5344CB8AC3E}">
        <p14:creationId xmlns:p14="http://schemas.microsoft.com/office/powerpoint/2010/main" val="346672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27388-7D2A-5F2F-D577-38565AE9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AI-Augmented DevOps with Platform Engineering, by Romano Roth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23B9D6-0054-2E5F-32EC-09F75040F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5759" y="1825625"/>
            <a:ext cx="8100481" cy="4351338"/>
          </a:xfrm>
        </p:spPr>
      </p:pic>
    </p:spTree>
    <p:extLst>
      <p:ext uri="{BB962C8B-B14F-4D97-AF65-F5344CB8AC3E}">
        <p14:creationId xmlns:p14="http://schemas.microsoft.com/office/powerpoint/2010/main" val="1690653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F835-4CE0-CED7-44C7-4CD49D4A8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Layered Security: What Aviation Safety and Cheese Can Teach Us About Zero Trust, by Alex Olivier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78B99B-B45A-32C9-064D-0CAA85F3A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1766" y="1825625"/>
            <a:ext cx="7888468" cy="4351338"/>
          </a:xfrm>
        </p:spPr>
      </p:pic>
    </p:spTree>
    <p:extLst>
      <p:ext uri="{BB962C8B-B14F-4D97-AF65-F5344CB8AC3E}">
        <p14:creationId xmlns:p14="http://schemas.microsoft.com/office/powerpoint/2010/main" val="619680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A473F-46B5-0CCD-A4F3-B57C6BC0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C351F-779F-2F0E-D196-93268FBCE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Layered Security: What Aviation Safety and Cheese Can Teach Us About Zero Trust, by Alex Olivier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85F36B-74AD-7F84-D44D-2B3B1F9F8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5114C1-5303-49C6-1959-D09A212AF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95325"/>
            <a:ext cx="1127760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58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F0E24-A52A-6455-1FDF-5FECCF5F7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CE50-1F40-5371-5620-E9F48B15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Layered Security: What Aviation Safety and Cheese Can Teach Us About Zero Trust, by Alex Olivier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DEAA8F-A762-E1E8-7CA7-A916A5EDE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6147" y="1825625"/>
            <a:ext cx="7979705" cy="4351338"/>
          </a:xfrm>
        </p:spPr>
      </p:pic>
    </p:spTree>
    <p:extLst>
      <p:ext uri="{BB962C8B-B14F-4D97-AF65-F5344CB8AC3E}">
        <p14:creationId xmlns:p14="http://schemas.microsoft.com/office/powerpoint/2010/main" val="3260491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BAF23-71A1-EBDE-4ACD-B66CA378F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2A74D-7DD7-BB98-C408-5D408CC3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Layered Security: What Aviation Safety and Cheese Can Teach Us About Zero Trust, by Alex Olivier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CC142-7735-AC01-C9F9-7E7E3A364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868342-993F-3C8E-760E-15C19C36B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1690687"/>
            <a:ext cx="11229975" cy="481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8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8F00C-D69D-86D5-28A4-69718C74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C012-122F-2635-E2D5-C60281FA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Layered Security: What Aviation Safety and Cheese Can Teach Us About Zero Trust, by Alex Olivier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81E980-F84B-C4D7-75C5-791039E61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6959" y="1825625"/>
            <a:ext cx="8078082" cy="4351338"/>
          </a:xfrm>
        </p:spPr>
      </p:pic>
    </p:spTree>
    <p:extLst>
      <p:ext uri="{BB962C8B-B14F-4D97-AF65-F5344CB8AC3E}">
        <p14:creationId xmlns:p14="http://schemas.microsoft.com/office/powerpoint/2010/main" val="3372742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B23F-4222-D9C7-F4BF-6F138ABF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Building AI Powered Applications with Java,</a:t>
            </a:r>
            <a:br>
              <a:rPr lang="en-US" b="1" dirty="0"/>
            </a:br>
            <a:r>
              <a:rPr lang="en-US" b="1" dirty="0"/>
              <a:t>by Andres </a:t>
            </a:r>
            <a:r>
              <a:rPr lang="en-US" b="1" dirty="0" err="1"/>
              <a:t>Almiray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74AD46-62F2-0DC9-47CA-4A50DACC1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2431" y="1825625"/>
            <a:ext cx="77671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ECEECB-0A37-4ED2-D404-1E82C549F9C4}"/>
              </a:ext>
            </a:extLst>
          </p:cNvPr>
          <p:cNvSpPr txBox="1"/>
          <p:nvPr/>
        </p:nvSpPr>
        <p:spPr>
          <a:xfrm>
            <a:off x="8247707" y="2906162"/>
            <a:ext cx="111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DB</a:t>
            </a:r>
          </a:p>
        </p:txBody>
      </p:sp>
    </p:spTree>
    <p:extLst>
      <p:ext uri="{BB962C8B-B14F-4D97-AF65-F5344CB8AC3E}">
        <p14:creationId xmlns:p14="http://schemas.microsoft.com/office/powerpoint/2010/main" val="295871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0E16-C957-D03E-74E2-7AFD6CB9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Domain Driven Design in Practice - a Java Perspective, </a:t>
            </a:r>
            <a:r>
              <a:rPr lang="en-US" b="1" dirty="0" err="1"/>
              <a:t>Frederieke</a:t>
            </a:r>
            <a:r>
              <a:rPr lang="en-US" b="1" dirty="0"/>
              <a:t> Scheper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38DC28-CE6D-EA56-FF78-C36C219F4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0280" y="1825625"/>
            <a:ext cx="7831440" cy="4351338"/>
          </a:xfrm>
        </p:spPr>
      </p:pic>
    </p:spTree>
    <p:extLst>
      <p:ext uri="{BB962C8B-B14F-4D97-AF65-F5344CB8AC3E}">
        <p14:creationId xmlns:p14="http://schemas.microsoft.com/office/powerpoint/2010/main" val="3659073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6192F-A764-97B7-8EE6-0C6B8DB3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 in era of Quantum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D30E7-0A1A-9FCB-0738-98462E4DB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 estimate that a 2048-bit RSA integer could be factored in under a week by a quantum computer with fewer than one million noisy qubits,” Google quantum researcher Craig Gidney</a:t>
            </a:r>
          </a:p>
          <a:p>
            <a:r>
              <a:rPr lang="en-US" dirty="0"/>
              <a:t>So far the number of qubits are not enough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Java 24 Strengthens Security with Quantum-Resistant Algorithms</a:t>
            </a:r>
          </a:p>
        </p:txBody>
      </p:sp>
    </p:spTree>
    <p:extLst>
      <p:ext uri="{BB962C8B-B14F-4D97-AF65-F5344CB8AC3E}">
        <p14:creationId xmlns:p14="http://schemas.microsoft.com/office/powerpoint/2010/main" val="53612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61E7C-B0BA-E518-48F2-5DB4C88D8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FD9B-9C46-EEB1-DAAA-EC0545418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Mircromanagement</a:t>
            </a:r>
            <a:endParaRPr lang="en-US" dirty="0"/>
          </a:p>
          <a:p>
            <a:r>
              <a:rPr lang="en-US" dirty="0" err="1"/>
              <a:t>wfh</a:t>
            </a:r>
            <a:r>
              <a:rPr lang="en-US" dirty="0"/>
              <a:t> and remote team members interaction</a:t>
            </a:r>
          </a:p>
          <a:p>
            <a:r>
              <a:rPr lang="en-US" dirty="0"/>
              <a:t>Culture differences between members of the team.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90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1C242-2AB4-B915-2B65-7242B73CC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91913-B16E-10D0-19A2-274FBFFA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ADE94-E60F-045D-6DA9-DCC9BEA2F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1100" dirty="0">
                <a:hlinkClick r:id="rId2"/>
              </a:rPr>
              <a:t>https://www.youtube.com/@DATAMINERLT:</a:t>
            </a:r>
            <a:endParaRPr lang="en-US" sz="1100" dirty="0"/>
          </a:p>
          <a:p>
            <a:r>
              <a:rPr lang="en-US" sz="1100" dirty="0">
                <a:hlinkClick r:id="rId3"/>
              </a:rPr>
              <a:t>https://www.youtube.com/playlist?list=PLqYhGsQ9iSEq0as7IrlzX1aytIyMrjCuM</a:t>
            </a:r>
            <a:endParaRPr lang="en-US" sz="1100" dirty="0"/>
          </a:p>
          <a:p>
            <a:r>
              <a:rPr lang="en-US" sz="1100" dirty="0">
                <a:hlinkClick r:id="rId4"/>
              </a:rPr>
              <a:t>https://www.youtube.com/playlist?list=PLqYhGsQ9iSEowdzrnwh2fR16J0v_YblY9</a:t>
            </a:r>
            <a:endParaRPr lang="en-US" sz="1100" dirty="0"/>
          </a:p>
          <a:p>
            <a:r>
              <a:rPr lang="en-US" sz="1100">
                <a:hlinkClick r:id="rId5"/>
              </a:rPr>
              <a:t>https://www.youtube.com/playlist?list=PLqYhGsQ9iSEqlkm7rKtIvO7RZVjifKm-v</a:t>
            </a:r>
            <a:endParaRPr lang="en-US" sz="1100"/>
          </a:p>
          <a:p>
            <a:pPr marL="0" indent="0">
              <a:buNone/>
            </a:pPr>
            <a:endParaRPr lang="en-US" sz="1100" dirty="0"/>
          </a:p>
          <a:p>
            <a:r>
              <a:rPr lang="en-US" sz="1100" dirty="0"/>
              <a:t>https://www.youtube.com/watch?v=Nj3thZnqRYQ</a:t>
            </a:r>
          </a:p>
          <a:p>
            <a:r>
              <a:rPr lang="en-US" sz="1100" dirty="0">
                <a:hlinkClick r:id="rId6"/>
              </a:rPr>
              <a:t>https://www.youtube.com/watch?v=0vyUsx5nAJQ</a:t>
            </a:r>
            <a:endParaRPr lang="en-US" sz="1100" dirty="0"/>
          </a:p>
          <a:p>
            <a:r>
              <a:rPr lang="en-US" sz="1100" dirty="0">
                <a:hlinkClick r:id="rId7"/>
              </a:rPr>
              <a:t>https://www.youtube.com/watch?v=v5jFqTN4G-0</a:t>
            </a:r>
            <a:endParaRPr lang="en-US" sz="1100" dirty="0"/>
          </a:p>
          <a:p>
            <a:r>
              <a:rPr lang="en-US" sz="1100" dirty="0">
                <a:hlinkClick r:id="rId8"/>
              </a:rPr>
              <a:t>https://www.youtube.com/watch?v=S7n2_JzB4pQ</a:t>
            </a:r>
            <a:endParaRPr lang="en-US" sz="11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429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350</Words>
  <Application>Microsoft Office PowerPoint</Application>
  <PresentationFormat>Widescreen</PresentationFormat>
  <Paragraphs>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DevDays Europe</vt:lpstr>
      <vt:lpstr>AI-Augmented DevOps with Platform Engineering, by Romano Roth </vt:lpstr>
      <vt:lpstr>AI-Augmented DevOps with Platform Engineering, by Romano Roth </vt:lpstr>
      <vt:lpstr>AI-Augmented DevOps with Platform Engineering, by Romano Roth </vt:lpstr>
      <vt:lpstr>Layered Security: What Aviation Safety and Cheese Can Teach Us About Zero Trust, by Alex Olivier </vt:lpstr>
      <vt:lpstr>Layered Security: What Aviation Safety and Cheese Can Teach Us About Zero Trust, by Alex Olivier </vt:lpstr>
      <vt:lpstr>Layered Security: What Aviation Safety and Cheese Can Teach Us About Zero Trust, by Alex Olivier </vt:lpstr>
      <vt:lpstr>Layered Security: What Aviation Safety and Cheese Can Teach Us About Zero Trust, by Alex Olivier </vt:lpstr>
      <vt:lpstr>Layered Security: What Aviation Safety and Cheese Can Teach Us About Zero Trust, by Alex Olivier </vt:lpstr>
      <vt:lpstr>Building AI Powered Applications with Java, by Andres Almiray </vt:lpstr>
      <vt:lpstr>Domain Driven Design in Practice - a Java Perspective, Frederieke Scheper </vt:lpstr>
      <vt:lpstr>Encryption in era of Quantum Computing</vt:lpstr>
      <vt:lpstr>Closing : Management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 Bobe</dc:creator>
  <cp:lastModifiedBy>Alin Bobe</cp:lastModifiedBy>
  <cp:revision>8</cp:revision>
  <dcterms:created xsi:type="dcterms:W3CDTF">2025-06-16T14:46:19Z</dcterms:created>
  <dcterms:modified xsi:type="dcterms:W3CDTF">2025-06-16T16:45:58Z</dcterms:modified>
</cp:coreProperties>
</file>